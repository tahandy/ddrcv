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FIRST-TIME QUESTIONS: Where do I get the files? Ask the event organizer for</a:t>
            </a:r>
          </a:p>
          <a:p>
            <a:r>
              <a:t>the tested DDRCV ZIP and, if available, a prepared settings file. A game capture device</a:t>
            </a:r>
          </a:p>
          <a:p>
            <a:r>
              <a:t>brings the machine's video into the computer; selecting a webcam is not a substitute.</a:t>
            </a:r>
          </a:p>
          <a:p>
            <a:r>
              <a:t>A clean recording can be used without live hardware. Renderer files, OBS scenes and</a:t>
            </a:r>
          </a:p>
          <a:p>
            <a:r>
              <a:t>Discord are optional; skip slides 4 and 6 if they are not part of the event.</a:t>
            </a:r>
          </a:p>
          <a:p>
            <a:r>
              <a:t>Double-click the named .bat/.vbs files in File Explorer. Setup option 1 downloads local</a:t>
            </a:r>
          </a:p>
          <a:p>
            <a:r>
              <a:t>Python; no command prompt or prior Python install is needed. On failure keep the setup</a:t>
            </a:r>
          </a:p>
          <a:p>
            <a:r>
              <a:t>window/error and see doc/installation.md before proceeding. Setup does not fetch the</a:t>
            </a:r>
          </a:p>
          <a:p>
            <a:r>
              <a:t>separate ddr_score_render repository. Do not assume this deck installs that program.</a:t>
            </a:r>
          </a:p>
          <a:p/>
          <a:p>
            <a:r>
              <a:t>ADDITIONAL REFERENCE</a:t>
            </a:r>
          </a:p>
          <a:p>
            <a:r>
              <a:t>Use the organizer's approved ZIP or checkout. Extract completely to a writable</a:t>
            </a:r>
          </a:p>
          <a:p>
            <a:r>
              <a:t>folder such as C:/Games/ddrcv, outside Program Files. Setup option 1 installs local</a:t>
            </a:r>
          </a:p>
          <a:p>
            <a:r>
              <a:t>x64 CPython 3.12; no existing Python is required. Options 2/3 select a compatible</a:t>
            </a:r>
          </a:p>
          <a:p>
            <a:r>
              <a:t>existing interpreter. Option 4 reuses an environment on subsequent runs. Setup checks</a:t>
            </a:r>
          </a:p>
          <a:p>
            <a:r>
              <a:t>actual OCR and WebView2. Retain error text on failure. Keep .venv and .tools/python</a:t>
            </a:r>
          </a:p>
          <a:p>
            <a:r>
              <a:t>with the installation; run setup again on another computer. The renderer repository</a:t>
            </a:r>
          </a:p>
          <a:p>
            <a:r>
              <a:t>and its assets are separate. Source: doc/installation.md; operator_walkthrough.md §§1–2.</a:t>
            </a:r>
          </a:p>
          <a:p>
            <a:r>
              <a:t>Screenshots in this deck are real forms captured in an isolated stopped session with</a:t>
            </a:r>
          </a:p>
          <a:p>
            <a:r>
              <a:t>example paths, no credentials, and no hardware or external integrations started.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FIRST-TIME QUESTIONS: A profile is a saved .json settings file. Open… loads a</a:t>
            </a:r>
          </a:p>
          <a:p>
            <a:r>
              <a:t>supplied profile into the form; it does not start capture. Check paths and camera index</a:t>
            </a:r>
          </a:p>
          <a:p>
            <a:r>
              <a:t>for this computer. Without a profile, fill the visible source and mode fields.</a:t>
            </a:r>
          </a:p>
          <a:p>
            <a:r>
              <a:t>Use Capture camera for the game's capture device. Scan lists the devices; choosing one</a:t>
            </a:r>
          </a:p>
          <a:p>
            <a:r>
              <a:t>sets Camera index. Use RTSP only when the organizer supplies a network-stream URL.</a:t>
            </a:r>
          </a:p>
          <a:p>
            <a:r>
              <a:t>For a full 16:9 recording at another resolution, check Resize full 16:9 file to 720p.</a:t>
            </a:r>
          </a:p>
          <a:p>
            <a:r>
              <a:t>Do not choose Still image diagnostics for a full rehearsal. Select the score displayed</a:t>
            </a:r>
          </a:p>
          <a:p>
            <a:r>
              <a:t>by the game: EX for event EX scoring, Money for ordinary scoring toward 1,000,000.</a:t>
            </a:r>
          </a:p>
          <a:p>
            <a:r>
              <a:t>Ask the organizer if uncertain. Leave Publisher address/port at their defaults for a</a:t>
            </a:r>
          </a:p>
          <a:p>
            <a:r>
              <a:t>single-computer setup. Do not run another desktop/workbench/CLI recognition session</a:t>
            </a:r>
          </a:p>
          <a:p>
            <a:r>
              <a:t>against the same port or results storage. The browser workbench is a separate rehearsal</a:t>
            </a:r>
          </a:p>
          <a:p>
            <a:r>
              <a:t>tool; it is not needed for this desktop walkthrough.</a:t>
            </a:r>
          </a:p>
          <a:p/>
          <a:p>
            <a:r>
              <a:t>ADDITIONAL REFERENCE</a:t>
            </a:r>
          </a:p>
          <a:p>
            <a:r>
              <a:t>The UI detail is intentionally limited to source and mode controls. Capture</a:t>
            </a:r>
          </a:p>
          <a:p>
            <a:r>
              <a:t>camera: Scan, select the device, verify index. Different computers can assign different</a:t>
            </a:r>
          </a:p>
          <a:p>
            <a:r>
              <a:t>indices. RTSP requires full 1280x720 frames. Local video may explicitly resize full</a:t>
            </a:r>
          </a:p>
          <a:p>
            <a:r>
              <a:t>16:9 footage. Cropped or overlaid broadcasts remain unsuitable. Still-image diagnostics</a:t>
            </a:r>
          </a:p>
          <a:p>
            <a:r>
              <a:t>cannot establish temporal confirmation. EX is the desktop default; browser workbench</a:t>
            </a:r>
          </a:p>
          <a:p>
            <a:r>
              <a:t>defaults to Money. An existing profile can override either. A wrong mode affects live</a:t>
            </a:r>
          </a:p>
          <a:p>
            <a:r>
              <a:t>filtering and results interpretation. Leave Custom filter to a maintainer. Keep default</a:t>
            </a:r>
          </a:p>
          <a:p>
            <a:r>
              <a:t>publisher localhost:9000 for one machine; only one recognition session may own that</a:t>
            </a:r>
          </a:p>
          <a:p>
            <a:r>
              <a:t>port/outbox. Source: operator_walkthrough.md §3; driver_config.py.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FIRST-TIME QUESTIONS: The song splash is the title screen immediately before</a:t>
            </a:r>
          </a:p>
          <a:p>
            <a:r>
              <a:t>gameplay. Start there or earlier so DDRCV can see the active players. Click View stream</a:t>
            </a:r>
          </a:p>
          <a:p>
            <a:r>
              <a:t>first; the button then becomes Refresh frame. Each click fetches one still picture.</a:t>
            </a:r>
          </a:p>
          <a:p>
            <a:r>
              <a:t>Check that capture age stays recent, then compare Accepted score during gameplay with</a:t>
            </a:r>
          </a:p>
          <a:p>
            <a:r>
              <a:t>the machine. Last accepted read reports how old that accepted number is. Scores may be</a:t>
            </a:r>
          </a:p>
          <a:p>
            <a:r>
              <a:t>blank before a valid gameplay read and stop updating after gameplay; this is not itself</a:t>
            </a:r>
          </a:p>
          <a:p>
            <a:r>
              <a:t>a fault. Screenshots in this deck show a stopped example, not the expected Running state.</a:t>
            </a:r>
          </a:p>
          <a:p>
            <a:r>
              <a:t>Use the actual event's final score, not a UI screenshot from this guide, for verification.</a:t>
            </a:r>
          </a:p>
          <a:p/>
          <a:p>
            <a:r>
              <a:t>ADDITIONAL REFERENCE</a:t>
            </a:r>
          </a:p>
          <a:p>
            <a:r>
              <a:t>The screenshots show the stopped UI as a control-location reference, not an</a:t>
            </a:r>
          </a:p>
          <a:p>
            <a:r>
              <a:t>observed live session. Start uses the current form. Watch Running and healthy capture.</a:t>
            </a:r>
          </a:p>
          <a:p>
            <a:r>
              <a:t>View stream fetches a single snapshot; Refresh frame fetches another. Fresh capture</a:t>
            </a:r>
          </a:p>
          <a:p>
            <a:r>
              <a:t>does not imply fresh accepted scores; inspect the accepted-read age independently.</a:t>
            </a:r>
          </a:p>
          <a:p>
            <a:r>
              <a:t>Beginning before song splash provides presence evidence. Brief state confirmation delays</a:t>
            </a:r>
          </a:p>
          <a:p>
            <a:r>
              <a:t>are normal. Compare final scores, including full-combo endings, against the machine.</a:t>
            </a:r>
          </a:p>
          <a:p>
            <a:r>
              <a:t>Use the separate browser workbench for pause, seek, slow playback, and diagnostic export.</a:t>
            </a:r>
          </a:p>
          <a:p>
            <a:r>
              <a:t>Source: operator_walkthrough.md §4; tournament_desktop.md; tournament_handoff.md.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FIRST-TIME QUESTIONS AND CLICK ORDER: Configure between songs. Click Stop in</a:t>
            </a:r>
          </a:p>
          <a:p>
            <a:r>
              <a:t>DDRCV. In Renderer, Browse… to the organizer's ddr_score_render folder, containing</a:t>
            </a:r>
          </a:p>
          <a:p>
            <a:r>
              <a:t>apps/tbd5.py. In OBS, first open the event's scene collection and enable the WebSocket</a:t>
            </a:r>
          </a:p>
          <a:p>
            <a:r>
              <a:t>server through OBS's Tools menu; the WebSocket settings label varies by version.</a:t>
            </a:r>
          </a:p>
          <a:p>
            <a:r>
              <a:t>Copy its port and password. In DDRCV's OBS tab, enter those values and use localhost</a:t>
            </a:r>
          </a:p>
          <a:p>
            <a:r>
              <a:t>when OBS runs on this same computer. For another computer use the organizer's host.</a:t>
            </a:r>
          </a:p>
          <a:p>
            <a:r>
              <a:t>Edit State → scene mapping: the left side names a game screen, the right side names</a:t>
            </a:r>
          </a:p>
          <a:p>
            <a:r>
              <a:t>an existing OBS scene. For example, song_playing maps to Gameplay if that scene exists.</a:t>
            </a:r>
          </a:p>
          <a:p>
            <a:r>
              <a:t>Keep the JSON quotes/commas. The supplied default map may refer to Gameplay and Commentator;</a:t>
            </a:r>
          </a:p>
          <a:p>
            <a:r>
              <a:t>rename those values to your existing scenes or use an organizer-prepared profile.</a:t>
            </a:r>
          </a:p>
          <a:p>
            <a:r>
              <a:t>After entering the renderer and OBS settings, click Apply configuration, then Start.</a:t>
            </a:r>
          </a:p>
          <a:p>
            <a:r>
              <a:t>Only now use Launch renderer, Connect, Check scenes, and Enable automation as applicable.</a:t>
            </a:r>
          </a:p>
          <a:p>
            <a:r>
              <a:t>If auto-launch/connect was selected, those actions may already have happened. Confirm the</a:t>
            </a:r>
          </a:p>
          <a:p>
            <a:r>
              <a:t>actual renderer window and OBS scene. Add the renderer window to the intended OBS scene</a:t>
            </a:r>
          </a:p>
          <a:p>
            <a:r>
              <a:t>using the event's window-capture setup. Default automatic scene-on-Start should remain</a:t>
            </a:r>
          </a:p>
          <a:p>
            <a:r>
              <a:t>off during first rehearsal. Switch scene &amp; pause automation gives manual control;</a:t>
            </a:r>
          </a:p>
          <a:p>
            <a:r>
              <a:t>Enable automation resumes. Pause DDRCV automation before switching directly inside OBS.</a:t>
            </a:r>
          </a:p>
          <a:p>
            <a:r>
              <a:t>Official OBS reference: https://obsproject.com/kb/remote-control-guide</a:t>
            </a:r>
          </a:p>
          <a:p>
            <a:r>
              <a:t>Local references: doc/operator_walkthrough.md §§5–6; ddrcv/apps/tournament_integrations.py.</a:t>
            </a:r>
          </a:p>
          <a:p/>
          <a:p>
            <a:r>
              <a:t>ADDITIONAL REFERENCE</a:t>
            </a:r>
          </a:p>
          <a:p>
            <a:r>
              <a:t>Both integrations are optional. Renderer: obtain the separate ddr_score_render</a:t>
            </a:r>
          </a:p>
          <a:p>
            <a:r>
              <a:t>repository/assets, select its root (containing apps/tbd5.py), apply path, then Start or</a:t>
            </a:r>
          </a:p>
          <a:p>
            <a:r>
              <a:t>Launch renderer. The renderer's visible output must match accepted scores; a process</a:t>
            </a:r>
          </a:p>
          <a:p>
            <a:r>
              <a:t>or client count is insufficient. Capture the window in OBS. OBS: enable its WebSocket</a:t>
            </a:r>
          </a:p>
          <a:p>
            <a:r>
              <a:t>server, enter host/port/password (usually localhost:4455), apply, connect and Check scenes.</a:t>
            </a:r>
          </a:p>
          <a:p>
            <a:r>
              <a:t>Default map: song_select/login/total_result to Commentator; song_splash/song_playing/</a:t>
            </a:r>
          </a:p>
          <a:p>
            <a:r>
              <a:t>song_result to Gameplay. Use exact existing scene names; null/omitted states hold and</a:t>
            </a:r>
          </a:p>
          <a:p>
            <a:r>
              <a:t>unknown always holds. No scenes are created. Manual switching inside DDRCV pauses</a:t>
            </a:r>
          </a:p>
          <a:p>
            <a:r>
              <a:t>automation; Enable automation resumes. Pause automation before switching directly in</a:t>
            </a:r>
          </a:p>
          <a:p>
            <a:r>
              <a:t>OBS. Set automatic launch/connect only after rehearsal. Source: walkthrough §§5–6;</a:t>
            </a:r>
          </a:p>
          <a:p>
            <a:r>
              <a:t>tournament_integrations.py; publish/obs_policy.py.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FIRST-TIME QUESTIONS: All three modes retain a results screenshot. P1/P2 mean</a:t>
            </a:r>
          </a:p>
          <a:p>
            <a:r>
              <a:t>Player 1 and Player 2 when names are not read. Capture results must be checked even</a:t>
            </a:r>
          </a:p>
          <a:p>
            <a:r>
              <a:t>for screenshot-only operation. Choose Screenshot folder with Browse…; the default is</a:t>
            </a:r>
          </a:p>
          <a:p>
            <a:r>
              <a:t>screenshots inside the DDRCV folder. Click Apply results settings after choosing the</a:t>
            </a:r>
          </a:p>
          <a:p>
            <a:r>
              <a:t>folder/capture options. Screenshots only and Read names on results apply immediately;</a:t>
            </a:r>
          </a:p>
          <a:p>
            <a:r>
              <a:t>they do not require the top-level Apply and Restart button. These controls affect the</a:t>
            </a:r>
          </a:p>
          <a:p>
            <a:r>
              <a:t>results screen, not the live gameplay scores. Live name display has the independent</a:t>
            </a:r>
          </a:p>
          <a:p>
            <a:r>
              <a:t>Read names on login/song splash checkbox on Status &amp; configuration.</a:t>
            </a:r>
          </a:p>
          <a:p>
            <a:r>
              <a:t>For local-only results leave Publish results to Discord off and skip slide 6. After a</a:t>
            </a:r>
          </a:p>
          <a:p>
            <a:r>
              <a:t>song ends, inspect the selected folder and expand Recent results &amp; recovery. Saved</a:t>
            </a:r>
          </a:p>
          <a:p>
            <a:r>
              <a:t>means retained locally; Sent means delivered to Discord. With Screenshots only enabled,</a:t>
            </a:r>
          </a:p>
          <a:p>
            <a:r>
              <a:t>wait until the results screen ends or its ten-second deadline. Missed detection requires</a:t>
            </a:r>
          </a:p>
          <a:p>
            <a:r>
              <a:t>the event's recording/manual-results procedure, not another retry button.</a:t>
            </a:r>
          </a:p>
          <a:p/>
          <a:p>
            <a:r>
              <a:t>ADDITIONAL REFERENCE</a:t>
            </a:r>
          </a:p>
          <a:p>
            <a:r>
              <a:t>Capture results defaults on for new profiles; a saved off setting is preserved.</a:t>
            </a:r>
          </a:p>
          <a:p>
            <a:r>
              <a:t>Choose a writable Screenshot folder. Default exported copies are in screenshots, while</a:t>
            </a:r>
          </a:p>
          <a:p>
            <a:r>
              <a:t>durable originals/history are in .workbench/results unless overridden. Filenames use UTC</a:t>
            </a:r>
          </a:p>
          <a:p>
            <a:r>
              <a:t>and a unique suffix. Include parsed names in filenames affects naming only. Screenshots</a:t>
            </a:r>
          </a:p>
          <a:p>
            <a:r>
              <a:t>only and Read names on results apply immediately; Apply results settings applies other</a:t>
            </a:r>
          </a:p>
          <a:p>
            <a:r>
              <a:t>Results controls without restarting gameplay or integrations. Saved results are unchanged.</a:t>
            </a:r>
          </a:p>
          <a:p>
            <a:r>
              <a:t>Parsed scores can post first and later names update the same message. Screenshots only</a:t>
            </a:r>
          </a:p>
          <a:p>
            <a:r>
              <a:t>saves a detected episode on departure or its original 10-second deadline and skips results</a:t>
            </a:r>
          </a:p>
          <a:p>
            <a:r>
              <a:t>score/name OCR; gameplay scoring continues. Money and screenshot-only results do not</a:t>
            </a:r>
          </a:p>
          <a:p>
            <a:r>
              <a:t>declare an EX winner. The separate login/song-splash names switch controls live names.</a:t>
            </a:r>
          </a:p>
          <a:p>
            <a:r>
              <a:t>Source: walkthrough §7; results_publishing.md; tournament_desktop.md.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FIRST-TIME QUESTIONS: A Discord webhook is a channel-specific URL that lets</a:t>
            </a:r>
          </a:p>
          <a:p>
            <a:r>
              <a:t>DDRCV post messages. Obtain it from the channel administrator, not from the channel's</a:t>
            </a:r>
          </a:p>
          <a:p>
            <a:r>
              <a:t>ordinary web address. An administrator can create it in Discord Server Settings →</a:t>
            </a:r>
          </a:p>
          <a:p>
            <a:r>
              <a:t>Integrations → Create Webhook, select the results channel, and copy its Webhook URL.</a:t>
            </a:r>
          </a:p>
          <a:p>
            <a:r>
              <a:t>Paste it unchanged into DDRCV's Results tab. Test Discord Webhook sends a real message</a:t>
            </a:r>
          </a:p>
          <a:p>
            <a:r>
              <a:t>even while capture/publishing is off. Check the actual channel. The test does not enable</a:t>
            </a:r>
          </a:p>
          <a:p>
            <a:r>
              <a:t>automatic publishing: separately check Publish results to Discord and click Apply</a:t>
            </a:r>
          </a:p>
          <a:p>
            <a:r>
              <a:t>results settings. This also enables Capture results. Complete one song and check both</a:t>
            </a:r>
          </a:p>
          <a:p>
            <a:r>
              <a:t>the saved screenshot and the real Discord post. No webhook is needed for local files.</a:t>
            </a:r>
          </a:p>
          <a:p>
            <a:r>
              <a:t>Expand Recent results &amp; recovery on the Results tab. Queued, Sending, and Retrying are</a:t>
            </a:r>
          </a:p>
          <a:p>
            <a:r>
              <a:t>actual in-progress labels, not a separate Pending state. Failed records offer Retry</a:t>
            </a:r>
          </a:p>
          <a:p>
            <a:r>
              <a:t>delivery; read the displayed error and fix the connection/webhook before retrying.</a:t>
            </a:r>
          </a:p>
          <a:p>
            <a:r>
              <a:t>Sent records link to the message. More recovery options contains Republish, which</a:t>
            </a:r>
          </a:p>
          <a:p>
            <a:r>
              <a:t>intentionally creates another post. Retry name update edits the existing post when a</a:t>
            </a:r>
          </a:p>
          <a:p>
            <a:r>
              <a:t>name enrichment failed. Sending/retrying requires running capture with results capture</a:t>
            </a:r>
          </a:p>
          <a:p>
            <a:r>
              <a:t>and Discord publishing enabled and a configured webhook. Inspect screenshots before sending.</a:t>
            </a:r>
          </a:p>
          <a:p>
            <a:r>
              <a:t>Official Discord reference: https://support.discord.com/hc/en-us/articles/228383668-Intro-to-Webhooks</a:t>
            </a:r>
          </a:p>
          <a:p/>
          <a:p>
            <a:r>
              <a:t>ADDITIONAL REFERENCE</a:t>
            </a:r>
          </a:p>
          <a:p>
            <a:r>
              <a:t>Test Discord Webhook sends a real message using the entered URL, even when</a:t>
            </a:r>
          </a:p>
          <a:p>
            <a:r>
              <a:t>capture and publishing are off. It does not apply settings or enable publishing. Verify</a:t>
            </a:r>
          </a:p>
          <a:p>
            <a:r>
              <a:t>the intended channel. Publish results to Discord also checks Capture results; apply the</a:t>
            </a:r>
          </a:p>
          <a:p>
            <a:r>
              <a:t>Results controls. Retry/send needs Running capture, Capture results, Discord publishing,</a:t>
            </a:r>
          </a:p>
          <a:p>
            <a:r>
              <a:t>and a webhook. Inspect screenshots before sending. Queued/Sending/Retrying are ongoing;</a:t>
            </a:r>
          </a:p>
          <a:p>
            <a:r>
              <a:t>after failure fix the cause and Retry delivery. Retry name update edits the original</a:t>
            </a:r>
          </a:p>
          <a:p>
            <a:r>
              <a:t>message. Republish intentionally creates another post. Disabling publishing and applying</a:t>
            </a:r>
          </a:p>
          <a:p>
            <a:r>
              <a:t>pauses queues; an in-flight send may finish. Re-enabling resumes pending work. An entirely</a:t>
            </a:r>
          </a:p>
          <a:p>
            <a:r>
              <a:t>missed results screen cannot be recovered automatically. Source: operator_reference.md,</a:t>
            </a:r>
          </a:p>
          <a:p>
            <a:r>
              <a:t>Results recovery; desktop/static/desk.js; results_publishing.md.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FIRST-TIME QUESTIONS: After the rehearsal settings work, click Save as… and</a:t>
            </a:r>
          </a:p>
          <a:p>
            <a:r>
              <a:t>save tournament.json in the DDRCV folder, or choose another location you will remember.</a:t>
            </a:r>
          </a:p>
          <a:p>
            <a:r>
              <a:t>This creates the event profile. Use Save to update that same file later; Open… loads</a:t>
            </a:r>
          </a:p>
          <a:p>
            <a:r>
              <a:t>it on another launch. Saving records the form, including any edits not yet applied.</a:t>
            </a:r>
          </a:p>
          <a:p>
            <a:r>
              <a:t>If changes should affect the current run, use the correct Apply control separately.</a:t>
            </a:r>
          </a:p>
          <a:p>
            <a:r>
              <a:t>Stop leaves the desktop app open for later Start. Window close leaves recognition</a:t>
            </a:r>
          </a:p>
          <a:p>
            <a:r>
              <a:t>running; launch_desktop.vbs or the DDRCV icon near the Windows clock reopens the panel.</a:t>
            </a:r>
          </a:p>
          <a:p>
            <a:r>
              <a:t>Exit application… is the bottom-panel action that stops the whole app after confirmation.</a:t>
            </a:r>
          </a:p>
          <a:p>
            <a:r>
              <a:t>OBS itself stays open. If Start is disabled because the app is already Running, verify</a:t>
            </a:r>
          </a:p>
          <a:p>
            <a:r>
              <a:t>that existing session instead of trying to launch another driver.</a:t>
            </a:r>
          </a:p>
          <a:p/>
          <a:p>
            <a:r>
              <a:t>ADDITIONAL REFERENCE</a:t>
            </a:r>
          </a:p>
          <a:p>
            <a:r>
              <a:t>Open loads a form without starting or replacing the active configuration. Save</a:t>
            </a:r>
          </a:p>
          <a:p>
            <a:r>
              <a:t>writes the form to a profile, including actual secrets/absolute paths, and does not apply</a:t>
            </a:r>
          </a:p>
          <a:p>
            <a:r>
              <a:t>pending edits. Start uses the current form. Apply configuration while stopped prepares</a:t>
            </a:r>
          </a:p>
          <a:p>
            <a:r>
              <a:t>it; Start runs it. Apply and Restart while running asks before resetting tracking.</a:t>
            </a:r>
          </a:p>
          <a:p>
            <a:r>
              <a:t>Results-only Apply preserves live gameplay and integrations. Name/screenshot-only toggles</a:t>
            </a:r>
          </a:p>
          <a:p>
            <a:r>
              <a:t>are immediate. Stop stops recognition and owned integrations but leaves the application</a:t>
            </a:r>
          </a:p>
          <a:p>
            <a:r>
              <a:t>available. Window close keeps the backend running; reopen from the tray or launcher.</a:t>
            </a:r>
          </a:p>
          <a:p>
            <a:r>
              <a:t>Exit application stops the backend and owned renderer; it does not close OBS itself.</a:t>
            </a:r>
          </a:p>
          <a:p>
            <a:r>
              <a:t>Source: operator_reference.md, Controls; desktop/controller.py and static/desk.js.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FIRST-TIME QUESTIONS: Rehearse after setup or material changes, not only once</a:t>
            </a:r>
          </a:p>
          <a:p>
            <a:r>
              <a:t>for the lifetime of the installation. Check both single- and two-player operation and</a:t>
            </a:r>
          </a:p>
          <a:p>
            <a:r>
              <a:t>the machine's final full-combo score. For every event session, open the saved .json</a:t>
            </a:r>
          </a:p>
          <a:p>
            <a:r>
              <a:t>profile using Open…, verify this machine's device and score mode, and start before</a:t>
            </a:r>
          </a:p>
          <a:p>
            <a:r>
              <a:t>the pre-song title screen. Use the automatic renderer/OBS options saved in the profile,</a:t>
            </a:r>
          </a:p>
          <a:p>
            <a:r>
              <a:t>or launch/connect manually as described on slide 4. Discord checks only apply if used.</a:t>
            </a:r>
          </a:p>
          <a:p>
            <a:r>
              <a:t>If Running is already shown, check that session; do not start a competing instance.</a:t>
            </a:r>
          </a:p>
          <a:p>
            <a:r>
              <a:t>Finish by saving the tested settings with Save/Save as… (slide 7).</a:t>
            </a:r>
          </a:p>
          <a:p/>
          <a:p>
            <a:r>
              <a:t>ADDITIONAL REFERENCE</a:t>
            </a:r>
          </a:p>
          <a:p>
            <a:r>
              <a:t>Rehearse on the actual event computer, capture device, renderer and scene</a:t>
            </a:r>
          </a:p>
          <a:p>
            <a:r>
              <a:t>collection. Observe selection, splash, gameplay, song results and total results. Check</a:t>
            </a:r>
          </a:p>
          <a:p>
            <a:r>
              <a:t>single-player presence, full-combo final score, capture reconnect and manual OBS/resume.</a:t>
            </a:r>
          </a:p>
          <a:p>
            <a:r>
              <a:t>Verify actual screenshot files and Discord delivery. Installation checks and these</a:t>
            </a:r>
          </a:p>
          <a:p>
            <a:r>
              <a:t>illustrative UI screenshots do not establish hardware readiness. Daily startup uses</a:t>
            </a:r>
          </a:p>
          <a:p>
            <a:r>
              <a:t>the saved profile, checks device/mode/integrations, then explicit Start. A reopened panel</a:t>
            </a:r>
          </a:p>
          <a:p>
            <a:r>
              <a:t>can already have a running backend; do not start a second app/CLI/workbench on its port.</a:t>
            </a:r>
          </a:p>
          <a:p>
            <a:r>
              <a:t>Source: walkthrough §8; operator_reference.md, Start an event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FIRST-TIME QUESTIONS: Read details &amp; recent errors is an expandable section</a:t>
            </a:r>
          </a:p>
          <a:p>
            <a:r>
              <a:t>on Status &amp; configuration. Its Reset P1 tracking and Reset P2 tracking buttons affect</a:t>
            </a:r>
          </a:p>
          <a:p>
            <a:r>
              <a:t>only the selected live score; they cannot edit a screenshot or saved result. Device</a:t>
            </a:r>
          </a:p>
          <a:p>
            <a:r>
              <a:t>ownership means another application may already be using the capture device. Close</a:t>
            </a:r>
          </a:p>
          <a:p>
            <a:r>
              <a:t>that competing capture or use the event's planned feed-sharing arrangement.</a:t>
            </a:r>
          </a:p>
          <a:p>
            <a:r>
              <a:t>If capture will not start after Stop, wait for the device to release and read the error.</a:t>
            </a:r>
          </a:p>
          <a:p>
            <a:r>
              <a:t>If the source or scores still fail, retain the recording, source details, score mode and</a:t>
            </a:r>
          </a:p>
          <a:p>
            <a:r>
              <a:t>error text for the organizer. For a detailed diagnostic export, stop this session and</a:t>
            </a:r>
          </a:p>
          <a:p>
            <a:r>
              <a:t>use doc/tournament_handoff.md's workbench instructions; do not run both on the same port.</a:t>
            </a:r>
          </a:p>
          <a:p>
            <a:r>
              <a:t>Do not treat a stale displayed score as a newly accepted read. Do not infer a result from</a:t>
            </a:r>
          </a:p>
          <a:p>
            <a:r>
              <a:t>unreadable text; use Screenshots only and the event's manual evidence process.</a:t>
            </a:r>
          </a:p>
          <a:p/>
          <a:p>
            <a:r>
              <a:t>ADDITIONAL REFERENCE</a:t>
            </a:r>
          </a:p>
          <a:p>
            <a:r>
              <a:t>Diagnose capture freshness separately from accepted-score freshness. Stale capture:</a:t>
            </a:r>
          </a:p>
          <a:p>
            <a:r>
              <a:t>check connection, index/RTSP, native 720p, ownership and errors. Frozen requested preview</a:t>
            </a:r>
          </a:p>
          <a:p>
            <a:r>
              <a:t>alone requires Refresh frame. Starting mid-song can lack presence evidence until a splash.</a:t>
            </a:r>
          </a:p>
          <a:p>
            <a:r>
              <a:t>For a bad high accepted score first verify mode/input, then reset only that player's</a:t>
            </a:r>
          </a:p>
          <a:p>
            <a:r>
              <a:t>tracking under Read details &amp; recent errors. This cannot correct saved results. A camera</a:t>
            </a:r>
          </a:p>
          <a:p>
            <a:r>
              <a:t>handoff probes the new source before replacing the old; success resets tracking while</a:t>
            </a:r>
          </a:p>
          <a:p>
            <a:r>
              <a:t>preserving integrations/results. A failed probe retains the old feed. For hardware that</a:t>
            </a:r>
          </a:p>
          <a:p>
            <a:r>
              <a:t>cannot open both, Stop/Start between songs. Port/outbox conflicts require stopping the</a:t>
            </a:r>
          </a:p>
          <a:p>
            <a:r>
              <a:t>other session; closing its panel is insufficient. Screenshot export errors may leave</a:t>
            </a:r>
          </a:p>
          <a:p>
            <a:r>
              <a:t>internal evidence still available for Discord. Source: operator_reference.md.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FIRST-TIME QUESTIONS: Outbox means the application's saved original result</a:t>
            </a:r>
          </a:p>
          <a:p>
            <a:r>
              <a:t>images and Discord delivery history, not just the screenshot copies. Defaults are</a:t>
            </a:r>
          </a:p>
          <a:p>
            <a:r>
              <a:t>screenshots and .workbench/results inside the DDRCV folder; a profile may override them.</a:t>
            </a:r>
          </a:p>
          <a:p>
            <a:r>
              <a:t>In File Explorer open the DDRCV folder and browse those folders, or use the full path</a:t>
            </a:r>
          </a:p>
          <a:p>
            <a:r>
              <a:t>chosen in Screenshot folder. Keep both when preserving event evidence. A copied PNG</a:t>
            </a:r>
          </a:p>
          <a:p>
            <a:r>
              <a:t>alone cannot resume queued delivery. Inspect unresolved deliveries before exiting; the</a:t>
            </a:r>
          </a:p>
          <a:p>
            <a:r>
              <a:t>durable records can be retried after the next Start with publishing enabled.</a:t>
            </a:r>
          </a:p>
          <a:p>
            <a:r>
              <a:t>The walkthrough and quick reference are in the DDRCV folder's doc directory. Record</a:t>
            </a:r>
          </a:p>
          <a:p>
            <a:r>
              <a:t>the actual settings in the walkthrough's event setup table, including a technical</a:t>
            </a:r>
          </a:p>
          <a:p>
            <a:r>
              <a:t>contact and recording/manual-results procedure. Profiles contain real credentials;</a:t>
            </a:r>
          </a:p>
          <a:p>
            <a:r>
              <a:t>give them only to authorized operators. Copying a profile does not install Python or</a:t>
            </a:r>
          </a:p>
          <a:p>
            <a:r>
              <a:t>fix machine-specific camera indices and paths on another computer.</a:t>
            </a:r>
          </a:p>
          <a:p/>
          <a:p>
            <a:r>
              <a:t>ADDITIONAL REFERENCE</a:t>
            </a:r>
          </a:p>
          <a:p>
            <a:r>
              <a:t>Record source folder/version, profile path, device/index/resolution, score mode,</a:t>
            </a:r>
          </a:p>
          <a:p>
            <a:r>
              <a:t>renderer path, OBS scene collection/mapping, screenshot folder, Discord channel owner,</a:t>
            </a:r>
          </a:p>
          <a:p>
            <a:r>
              <a:t>technical contact and manual evidence procedure. Fill the walkthrough's event table.</a:t>
            </a:r>
          </a:p>
          <a:p>
            <a:r>
              <a:t>Do not put passwords or webhook tokens in the deck. Profile JSON contains real secrets</a:t>
            </a:r>
          </a:p>
          <a:p>
            <a:r>
              <a:t>despite masking in the UI and saves absolute paths, which need checking on another PC.</a:t>
            </a:r>
          </a:p>
          <a:p>
            <a:r>
              <a:t>At shutdown inspect unresolved delivery, save intended changes, then Exit application.</a:t>
            </a:r>
          </a:p>
          <a:p>
            <a:r>
              <a:t>Keep screenshot exports and the durable outbox for evidence. Desktop logs/settings live</a:t>
            </a:r>
          </a:p>
          <a:p>
            <a:r>
              <a:t>in %LOCALAPPDATA%/DDRCV/tournament. Before updates fully exit, update source, rerun setup,</a:t>
            </a:r>
          </a:p>
          <a:p>
            <a:r>
              <a:t>reuse a compatible environment, and rehearse. Detailed references: operator_walkthrough.md,</a:t>
            </a:r>
          </a:p>
          <a:p>
            <a:r>
              <a:t>operator_reference.md, installation.md, tournament_handoff.md, results_publishing.md.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" y="11247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Install DDRCV and open the panel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01 /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" y="1627632"/>
            <a:ext cx="2640330" cy="77724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7863" y="1737360"/>
            <a:ext cx="236601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GAME FEED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3038" y="1828800"/>
            <a:ext cx="274320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70DE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5066" y="1627632"/>
            <a:ext cx="2640330" cy="77724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02227" y="1737360"/>
            <a:ext cx="236601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2227" y="1993392"/>
            <a:ext cx="236601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Read state + scores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7401" y="1828800"/>
            <a:ext cx="274320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0" sz="2100">
                <a:solidFill>
                  <a:srgbClr val="70DEEB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69429" y="1627632"/>
            <a:ext cx="4752594" cy="77724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6590" y="1737360"/>
            <a:ext cx="4478274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OUTPUTS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2697480"/>
            <a:ext cx="3115589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Before setup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2053" y="2660904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70DEEB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9837" y="2660904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Extract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42053" y="3291840"/>
            <a:ext cx="707997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42053" y="3383280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70DEEB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99837" y="3383280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Set up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42053" y="4014216"/>
            <a:ext cx="707997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42053" y="4105656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70DEEB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9837" y="4105656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Wait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5989" y="4105656"/>
            <a:ext cx="53060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Continue after “Setup complete”.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42053" y="4736592"/>
            <a:ext cx="707997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2053" y="4828032"/>
            <a:ext cx="45720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70DEEB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99837" y="4828032"/>
            <a:ext cx="105156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Launch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SETUP CHECK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Ask the event organizer for the DDRCV ZIP and a game feed or clean recording.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97863" y="1993392"/>
            <a:ext cx="236601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Full game screen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6590" y="1993392"/>
            <a:ext cx="4478274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Score display • files • optional Discord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" y="3163824"/>
            <a:ext cx="3115589" cy="9403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0" sz="2000">
                <a:solidFill>
                  <a:srgbClr val="EFF5F7"/>
                </a:solidFill>
                <a:latin typeface="Segoe UI"/>
              </a:defRPr>
            </a:pPr>
            <a:r>
              <a:t>64-bit Windows</a:t>
            </a:r>
          </a:p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0" sz="2000">
                <a:solidFill>
                  <a:srgbClr val="EFF5F7"/>
                </a:solidFill>
                <a:latin typeface="Segoe UI"/>
              </a:defRPr>
            </a:pPr>
            <a:r>
              <a:t>Internet for setup</a:t>
            </a:r>
          </a:p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0" sz="2000">
                <a:solidFill>
                  <a:srgbClr val="EFF5F7"/>
                </a:solidFill>
                <a:latin typeface="Segoe UI"/>
              </a:defRPr>
            </a:pPr>
            <a:r>
              <a:t>Game capture or recording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" y="4407408"/>
            <a:ext cx="3115589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B2C2CC"/>
                </a:solidFill>
                <a:latin typeface="Segoe UI"/>
              </a:defRPr>
            </a:pPr>
            <a:r>
              <a:t>No display or Discord?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B2C2CC"/>
                </a:solidFill>
                <a:latin typeface="Segoe UI"/>
              </a:defRPr>
            </a:pPr>
            <a:r>
              <a:t>Skip steps 4 and 6.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15989" y="2660904"/>
            <a:ext cx="530603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Extract the ZIP, e.g. to C:\Games\ddrcv.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15989" y="3383280"/>
            <a:ext cx="5306034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Double-click setup_desktop.bat; choose 1.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15989" y="4828032"/>
            <a:ext cx="5306034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Double-click launch_desktop.vbs.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25496" y="5907024"/>
            <a:ext cx="8641080" cy="2659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defRPr b="0" sz="1500">
                <a:solidFill>
                  <a:srgbClr val="EFF5F7"/>
                </a:solidFill>
                <a:latin typeface="Segoe UI"/>
              </a:defRPr>
            </a:pPr>
            <a:r>
              <a:t>No Python needed beforehand. If setup fails, keep the error; see doc/installation.md.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" y="15819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Select the feed and the score mode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02 / 10</a:t>
            </a:r>
          </a:p>
        </p:txBody>
      </p:sp>
      <p:pic>
        <p:nvPicPr>
          <p:cNvPr id="21" name="Picture 20" descr="source-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627632"/>
            <a:ext cx="10561320" cy="141835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60704" y="3119143"/>
            <a:ext cx="105613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B2C2CC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3484903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Capture camera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484903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RTSP stream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6" y="3484903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Local video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" y="4608576"/>
            <a:ext cx="10561320" cy="877824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7" y="4754880"/>
            <a:ext cx="457200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70DEEB"/>
                </a:solidFill>
                <a:latin typeface="Segoe UI"/>
              </a:defRPr>
            </a:pPr>
            <a:r>
              <a:t>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1364" y="4754880"/>
            <a:ext cx="960120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70DEEB"/>
                </a:solidFill>
                <a:latin typeface="Segoe UI"/>
              </a:defRPr>
            </a:pPr>
            <a:r>
              <a:t>MONEY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F2C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F2C686"/>
                </a:solidFill>
                <a:latin typeface="Consolas"/>
              </a:defRPr>
            </a:pPr>
            <a:r>
              <a:t>CHECK THE FEED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Status &amp; configuration: Open… loads a supplied .json settings file; otherwise choose Source.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" y="3878095"/>
            <a:ext cx="335584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Game capture device: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Scan → select its camera index.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3878095"/>
            <a:ext cx="335584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Only if given a network URL.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Paste into Stream URL.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3878095"/>
            <a:ext cx="335584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Browse to full 16:9 footage.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If needed, tick Resize… to 720p.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19655" y="4727448"/>
            <a:ext cx="331012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EX event scoring.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Ask organizer if unsure.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47788" y="4727448"/>
            <a:ext cx="4027932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Ordinary score to 1,000,000.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Choose Money score.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Live feed: full 1280 × 720, without overlays. Leave Publisher settings at defaults.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" y="20391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FIRST RUN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Start, then verify picture, state, and scores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03 / 10</a:t>
            </a:r>
          </a:p>
        </p:txBody>
      </p:sp>
      <p:pic>
        <p:nvPicPr>
          <p:cNvPr id="21" name="Picture 20" descr="score-reado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627632"/>
            <a:ext cx="10561320" cy="1610094"/>
          </a:xfrm>
          <a:prstGeom prst="rect">
            <a:avLst/>
          </a:prstGeom>
        </p:spPr>
      </p:pic>
      <p:pic>
        <p:nvPicPr>
          <p:cNvPr id="22" name="Picture 21" descr="frame-heal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356598"/>
            <a:ext cx="10561320" cy="70934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60704" y="4129949"/>
            <a:ext cx="105613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B2C2CC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395125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1 Picture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395125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2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6176" y="4395125"/>
            <a:ext cx="3355848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3 Scores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Click Start before the song splash—the title screen just before gameplay.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4788317"/>
            <a:ext cx="3355848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View stream → Refresh frame.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Check the picture and its 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788317"/>
            <a:ext cx="3355848" cy="85039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Running + Capture healthy.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Confirmed state follows the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game.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66176" y="4788317"/>
            <a:ext cx="3355848" cy="85039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During gameplay, compare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Accepted score with the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machine.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Blank scores before gameplay are normal. Verify the final score during rehearsal.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EXPECTED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18872" y="24963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OPTIONAL INTEGRATIONS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04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Optional: add a score display and OBS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Skip this step if you only need DDRCV scores or local screenshots.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0704" y="1627632"/>
            <a:ext cx="10561320" cy="475488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7863" y="1737360"/>
            <a:ext cx="10287000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Stop → enter settings in the tabs → Apply configuration → 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2359152"/>
            <a:ext cx="5033772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70DEEB"/>
                </a:solidFill>
                <a:latin typeface="Segoe UI"/>
              </a:defRPr>
            </a:pPr>
            <a:r>
              <a:t>Score display · Renderer tab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8252" y="2359152"/>
            <a:ext cx="5033772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70DEEB"/>
                </a:solidFill>
                <a:latin typeface="Segoe UI"/>
              </a:defRPr>
            </a:pPr>
            <a:r>
              <a:t>Scene switching · OBS tab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" y="2862072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2884932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2862072"/>
            <a:ext cx="4530852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Get the display files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27048" y="3227832"/>
            <a:ext cx="4512564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Ask organizer for ddr_score_render.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Browse… to that folder in Renderer.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60704" y="379476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381762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3794760"/>
            <a:ext cx="4530852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Launch after Start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7048" y="4160520"/>
            <a:ext cx="4512564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Click Launch renderer. Compare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its scores with the machine.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" y="4727448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4750308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7048" y="4727448"/>
            <a:ext cx="4530852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Show the window in OBS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7048" y="5093208"/>
            <a:ext cx="4512564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Add a Window Capture source in OBS;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choose the renderer window.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8252" y="2862072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0548" y="2884932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54596" y="2862072"/>
            <a:ext cx="4530852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Enable control in OBS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4596" y="3227832"/>
            <a:ext cx="4512564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Tools → WebSocket settings.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Copy its port and password.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8252" y="379476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0548" y="381762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54596" y="3794760"/>
            <a:ext cx="4530852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Enter connection + scene map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54596" y="4160520"/>
            <a:ext cx="4512564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Same PC: localhost + OBS port/password.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Map game screens to existing scenes.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8252" y="4727448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0548" y="4750308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54596" y="4727448"/>
            <a:ext cx="4530852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Apply → Start → Connect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54596" y="5093208"/>
            <a:ext cx="4512564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Check scenes → Enable automation.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Verify the actual OBS scene changes.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MANUAL OBS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Switch scene &amp; pause automation takes control; Enable automation resumes.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" y="29535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05 /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0704" y="1627632"/>
            <a:ext cx="10561320" cy="429768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1" y="1746504"/>
            <a:ext cx="2404643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KEEP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57955" y="1746504"/>
            <a:ext cx="198219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SCREENSHOTS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88096" y="1746504"/>
            <a:ext cx="3460775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RESULT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" y="2148840"/>
            <a:ext cx="10561320" cy="713232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0431" y="2258568"/>
            <a:ext cx="2386355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Scores + names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57955" y="2258568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23026" y="2258568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0704" y="2935224"/>
            <a:ext cx="10561320" cy="713232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1" y="3044952"/>
            <a:ext cx="2386355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Scores + P1/P2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7955" y="3044952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3026" y="3044952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OFF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" y="3721608"/>
            <a:ext cx="10561320" cy="713232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1" y="3831336"/>
            <a:ext cx="2386355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Screenshot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57955" y="3831336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23026" y="3831336"/>
            <a:ext cx="196390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EFF5F7"/>
                </a:solidFill>
                <a:latin typeface="Segoe UI"/>
              </a:defRPr>
            </a:pPr>
            <a:r>
              <a:t>Either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8203" y="4626864"/>
            <a:ext cx="4963820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70DEEB"/>
                </a:solidFill>
                <a:latin typeface="Segoe UI"/>
              </a:defRPr>
            </a:pPr>
            <a:r>
              <a:t>Immediate switches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F2C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F2C686"/>
                </a:solidFill>
                <a:latin typeface="Consolas"/>
              </a:defRPr>
            </a:pPr>
            <a:r>
              <a:t>LIMIT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A completely missed results screen has no automatic screenshot to recover.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Choose what to save from the results screen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Results: tick Capture results, choose Screenshot folder, then Apply results settings.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23026" y="1682496"/>
            <a:ext cx="1982190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70DEEB"/>
                </a:solidFill>
                <a:latin typeface="Consolas"/>
              </a:defRPr>
            </a:pPr>
            <a:r>
              <a:t>READ NAMES</a:t>
            </a:r>
          </a:p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70DEEB"/>
                </a:solidFill>
                <a:latin typeface="Consolas"/>
              </a:defRPr>
            </a:pPr>
            <a:r>
              <a:t>ON RESULTS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8096" y="2258568"/>
            <a:ext cx="3442487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Screenshot + scores; names can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update later.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88096" y="3044952"/>
            <a:ext cx="3442487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Screenshot + scores; P1/P2 mean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Player 1/2.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88096" y="3831336"/>
            <a:ext cx="3442487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Screenshot, no text. Save when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results end or after 10s.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" y="4626864"/>
            <a:ext cx="5175046" cy="35585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77"/>
              </a:lnSpc>
              <a:spcBef>
                <a:spcPts val="0"/>
              </a:spcBef>
              <a:spcAft>
                <a:spcPts val="0"/>
              </a:spcAft>
              <a:defRPr b="1" sz="2100">
                <a:solidFill>
                  <a:srgbClr val="70DEEB"/>
                </a:solidFill>
                <a:latin typeface="Segoe UI"/>
              </a:defRPr>
            </a:pPr>
            <a:r>
              <a:t>Local screenshots only?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704" y="5029200"/>
            <a:ext cx="4963820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Leave Publish results to Discord off. Files still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save; skip step 6.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58203" y="5029200"/>
            <a:ext cx="4963820" cy="5806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Screenshots only and Read names on results</a:t>
            </a:r>
          </a:p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change results parsing, not gameplay scores.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" y="34107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DISCORD + RECOVERY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06 / 10</a:t>
            </a:r>
          </a:p>
        </p:txBody>
      </p:sp>
      <p:pic>
        <p:nvPicPr>
          <p:cNvPr id="20" name="Picture 19" descr="discord-webh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627632"/>
            <a:ext cx="10561320" cy="9007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0704" y="2583248"/>
            <a:ext cx="105613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0" sz="1000">
                <a:solidFill>
                  <a:srgbClr val="B2C2CC"/>
                </a:solidFill>
                <a:latin typeface="Segoe UI"/>
              </a:defRPr>
            </a:pPr>
            <a:r>
              <a:t>UI reference: stopped session; example settings.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Optional: send results to Discord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A webhook is a channel’s posting link. Ask its administrator for the Webhook URL.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" y="2898648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2921508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2898648"/>
            <a:ext cx="5305806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Paste the URL in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3264408"/>
            <a:ext cx="5287518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Test Discord Webhook sends a real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message. Verify the channel.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0704" y="3803904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382676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3803904"/>
            <a:ext cx="5305806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Enable automatic posts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4169664"/>
            <a:ext cx="5287518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Publish results to Discord →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Apply results settings.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" y="470916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473202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7048" y="4709160"/>
            <a:ext cx="5305806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Verify one full 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5074920"/>
            <a:ext cx="5287518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Finish a song. Inspect its screenshot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and the actual Discord post.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89470" y="2898648"/>
            <a:ext cx="443255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Expand Recent results &amp; recovery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89470" y="3401568"/>
            <a:ext cx="4432554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Saved → Send saved result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89470" y="3758183"/>
            <a:ext cx="4432554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89470" y="3831335"/>
            <a:ext cx="4432554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Queued / Sending / Retrying → wait.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89470" y="4187951"/>
            <a:ext cx="4432554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89470" y="4261104"/>
            <a:ext cx="4432554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Failed → fix error, then Retry delivery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89470" y="4617720"/>
            <a:ext cx="4432554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89470" y="4690872"/>
            <a:ext cx="4432554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Sent → Open Discord message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89470" y="5047488"/>
            <a:ext cx="4432554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89470" y="5120640"/>
            <a:ext cx="4432554" cy="52070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More recovery options → Republish</a:t>
            </a:r>
          </a:p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Creates another post.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SEND / RETRY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Needs running capture, Capture results, Discord publishing, and a webhook.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" y="3867911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CONTROLS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07 / 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0704" y="1627632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1" y="1719072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Save / Save as…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0288" y="1719072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Write the form to a profile. Running settings stay unchanged.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" y="2258568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1" y="2350008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2350008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Run with the settings currently in the form.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" y="2889504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1" y="2980944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Apply and Restart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2980944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Apply pending edits; reset live score tracking. Use between songs.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" y="3520439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1" y="3611879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Apply results settings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3611879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Apply only Results controls; keep gameplay scores.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" y="4151376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70431" y="4242816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Close window / Alt+F4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" y="4782312"/>
            <a:ext cx="10561320" cy="539496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1" y="4873751"/>
            <a:ext cx="322783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Stop / Exit application…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WHILE STOPPED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Apply configuration prepares settings; click Start to run.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Save your setup and use the right controls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A profile is a settings file. Save as… → tournament.json in DDRCV; Open… loads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90288" y="4873751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Stop ends capture; Exit closes the whole app. OBS stays open.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0288" y="4242816"/>
            <a:ext cx="6894576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Capture continues. Double-click launch_desktop.vbs to reopen.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" y="43251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EVENT READINESS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Use the actual tournament computer, capture device, renderer, and OBS collection.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08 /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" y="1627632"/>
            <a:ext cx="10561320" cy="5029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25295" y="1746504"/>
            <a:ext cx="10232136" cy="34086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b="1" sz="2000">
                <a:solidFill>
                  <a:srgbClr val="70DEEB"/>
                </a:solidFill>
                <a:latin typeface="Segoe UI"/>
              </a:defRPr>
            </a:pPr>
            <a:r>
              <a:t>Song selection → splash → gameplay → song results → total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" y="2414016"/>
            <a:ext cx="5024628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70DEEB"/>
                </a:solidFill>
                <a:latin typeface="Segoe UI"/>
              </a:defRPr>
            </a:pPr>
            <a:r>
              <a:t>Before the event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7396" y="2414016"/>
            <a:ext cx="5024628" cy="3858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713"/>
              </a:lnSpc>
              <a:spcBef>
                <a:spcPts val="0"/>
              </a:spcBef>
              <a:spcAft>
                <a:spcPts val="0"/>
              </a:spcAft>
              <a:defRPr b="1" sz="2300">
                <a:solidFill>
                  <a:srgbClr val="70DEEB"/>
                </a:solidFill>
                <a:latin typeface="Segoe UI"/>
              </a:defRPr>
            </a:pPr>
            <a:r>
              <a:t>Every session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" y="2935224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295808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2935224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Scores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7048" y="3300984"/>
            <a:ext cx="450342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Two players, one player, full-combo ending.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" y="384048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386334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3840480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Recovery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7048" y="4206240"/>
            <a:ext cx="450342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Capture reconnect; manual OBS scene and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resume.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0704" y="4745736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476859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7048" y="4745736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97396" y="2935224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9692" y="2958084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3740" y="2935224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Open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3740" y="3300984"/>
            <a:ext cx="450342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Connect hardware → launch → open the event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profile.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97396" y="384048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9692" y="386334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63740" y="3840480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Check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97396" y="4745736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9692" y="476859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63740" y="4745736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HANDOFF TEST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Rehearse your setup; check every session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63740" y="4206240"/>
            <a:ext cx="450342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Correct device, EX/Money, and any optional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connections.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7048" y="5111496"/>
            <a:ext cx="450342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Check the Screenshot folder and Discord post,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if used.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63740" y="5111496"/>
            <a:ext cx="450342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If already Running, check that session.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Otherwise click Start.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Save the tested setup (step 7). Verify scores, display, and scenes before the event.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" y="47823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TROUBLESHOOTING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Check the failing part first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09 / 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" y="1627632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70431" y="171907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No picture / stale capture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" y="2267712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70431" y="235915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Preview looks frozen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359152"/>
            <a:ext cx="68214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Refresh frame. This preview is a requested snapshot.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60704" y="2907791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1" y="299923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Wrong / stuck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2999232"/>
            <a:ext cx="68214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Check framing + EX/Money; inspect rejected-read details.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" y="3547872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70431" y="363931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One bad accepted score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60704" y="4187952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70431" y="427939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Blank display / wrong scene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279392"/>
            <a:ext cx="682142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Check renderer output, OBS scene names, and automation.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60704" y="4828032"/>
            <a:ext cx="10561320" cy="566928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1" y="4919472"/>
            <a:ext cx="3300984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1" sz="1800">
                <a:solidFill>
                  <a:srgbClr val="70DEEB"/>
                </a:solidFill>
                <a:latin typeface="Segoe UI"/>
              </a:defRPr>
            </a:pPr>
            <a:r>
              <a:t>Port / outbox already in use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B0D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B0DC89"/>
                </a:solidFill>
                <a:latin typeface="Consolas"/>
              </a:defRPr>
            </a:pPr>
            <a:r>
              <a:t>FALLBACK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Unreliable results text? Enable Screenshots only; gameplay scores continue.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Status &amp; configuration → expand Read details &amp; recent errors. Reset buttons are there.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63440" y="1719072"/>
            <a:ext cx="6821424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Check cable/device, 720p, and whether another app uses the camera.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3639312"/>
            <a:ext cx="6821424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Reset P1/P2 tracking clears that live score; saved results stay.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919472"/>
            <a:ext cx="6821424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Stop the other DDRCV session. Closing its window is not enough.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9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13232" cy="6858000"/>
          </a:xfrm>
          <a:prstGeom prst="rect">
            <a:avLst/>
          </a:prstGeom>
          <a:solidFill>
            <a:srgbClr val="1C2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9456" y="1152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1609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" y="2066543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" y="2523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" y="2980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" y="34381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" y="38953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" y="43525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" y="48097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B2C2CC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" y="5239512"/>
            <a:ext cx="475488" cy="320040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" y="5266944"/>
            <a:ext cx="329184" cy="20599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b="1" sz="1100">
                <a:solidFill>
                  <a:srgbClr val="111920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274320"/>
            <a:ext cx="950976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DDRCV / HANDOFF + SHUTDOWN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18520" y="237744"/>
            <a:ext cx="594360" cy="274320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82528" y="274320"/>
            <a:ext cx="475488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1" sz="900">
                <a:solidFill>
                  <a:srgbClr val="70DEEB"/>
                </a:solidFill>
                <a:latin typeface="Consolas"/>
              </a:defRPr>
            </a:pPr>
            <a:r>
              <a:t>GUIDE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" y="64648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6565392"/>
            <a:ext cx="9646920" cy="17602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62"/>
              </a:lnSpc>
              <a:spcBef>
                <a:spcPts val="0"/>
              </a:spcBef>
              <a:spcAft>
                <a:spcPts val="0"/>
              </a:spcAft>
              <a:defRPr b="0" sz="900">
                <a:solidFill>
                  <a:srgbClr val="B2C2CC"/>
                </a:solidFill>
                <a:latin typeface="Segoe UI"/>
              </a:defRPr>
            </a:pPr>
            <a:r>
              <a:t>DDRCV • Control room • 18 Sep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0504" y="6547104"/>
            <a:ext cx="73152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B2C2CC"/>
                </a:solidFill>
                <a:latin typeface="Segoe UI"/>
              </a:defRPr>
            </a:pPr>
            <a:r>
              <a:t>10 /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" y="1627632"/>
            <a:ext cx="5024628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70DEEB"/>
                </a:solidFill>
                <a:latin typeface="Segoe UI"/>
              </a:defRPr>
            </a:pPr>
            <a:r>
              <a:t>Record for the next operator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60704" y="2267712"/>
            <a:ext cx="105156" cy="105156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16736" y="2203704"/>
            <a:ext cx="475030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Profile path + DDRCV folder/version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60704" y="2715768"/>
            <a:ext cx="105156" cy="105156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6736" y="2651760"/>
            <a:ext cx="475030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Capture device/index + EX/Money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60704" y="3163824"/>
            <a:ext cx="105156" cy="105156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16736" y="3099816"/>
            <a:ext cx="475030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Renderer folder + OBS scenes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0704" y="3611879"/>
            <a:ext cx="105156" cy="105156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16736" y="3547872"/>
            <a:ext cx="475030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Screenshot folder + Discord channel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" y="4059936"/>
            <a:ext cx="105156" cy="105156"/>
          </a:xfrm>
          <a:prstGeom prst="rect">
            <a:avLst/>
          </a:prstGeom>
          <a:solidFill>
            <a:srgbClr val="70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16736" y="3995928"/>
            <a:ext cx="475030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b="0" sz="1800">
                <a:solidFill>
                  <a:srgbClr val="EFF5F7"/>
                </a:solidFill>
                <a:latin typeface="Segoe UI"/>
              </a:defRPr>
            </a:pPr>
            <a:r>
              <a:t>Technical contact + manual-results procedure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97396" y="1627632"/>
            <a:ext cx="5024628" cy="37083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95"/>
              </a:lnSpc>
              <a:spcBef>
                <a:spcPts val="0"/>
              </a:spcBef>
              <a:spcAft>
                <a:spcPts val="0"/>
              </a:spcAft>
              <a:defRPr b="1" sz="2200">
                <a:solidFill>
                  <a:srgbClr val="70DEEB"/>
                </a:solidFill>
                <a:latin typeface="Segoe UI"/>
              </a:defRPr>
            </a:pPr>
            <a:r>
              <a:t>End the session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97396" y="2185416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9692" y="2208276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63740" y="2185416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Inspect deliveries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63740" y="2551176"/>
            <a:ext cx="450342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Resolve failures or retain the queued evidence.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97396" y="2990088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9692" y="3012948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3740" y="2990088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Save intended changes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63740" y="3355848"/>
            <a:ext cx="4503420" cy="29590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Save the profile; keep credentials private.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97396" y="3794760"/>
            <a:ext cx="310896" cy="31089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9692" y="3817620"/>
            <a:ext cx="182880" cy="25095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b="1" sz="1400">
                <a:solidFill>
                  <a:srgbClr val="70DEEB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63740" y="3794760"/>
            <a:ext cx="4521708" cy="32588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242"/>
              </a:lnSpc>
              <a:spcBef>
                <a:spcPts val="0"/>
              </a:spcBef>
              <a:spcAft>
                <a:spcPts val="0"/>
              </a:spcAft>
              <a:defRPr b="1" sz="1900">
                <a:solidFill>
                  <a:srgbClr val="EFF5F7"/>
                </a:solidFill>
                <a:latin typeface="Segoe UI"/>
              </a:defRPr>
            </a:pPr>
            <a:r>
              <a:t>Exit application…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60704" y="4864608"/>
            <a:ext cx="10561320" cy="10972"/>
          </a:xfrm>
          <a:prstGeom prst="rect">
            <a:avLst/>
          </a:prstGeom>
          <a:solidFill>
            <a:srgbClr val="3B4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60704" y="5422392"/>
            <a:ext cx="1463040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70DEEB"/>
                </a:solidFill>
                <a:latin typeface="Consolas"/>
              </a:defRPr>
            </a:pPr>
            <a:r>
              <a:t>DETAILS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98063" y="5394960"/>
            <a:ext cx="87325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doc/operator_walkthrough.md • doc/operator_reference.md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60704" y="5797296"/>
            <a:ext cx="10561320" cy="493776"/>
          </a:xfrm>
          <a:prstGeom prst="rect">
            <a:avLst/>
          </a:prstGeom>
          <a:solidFill>
            <a:srgbClr val="243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60704" y="5797296"/>
            <a:ext cx="38404" cy="493776"/>
          </a:xfrm>
          <a:prstGeom prst="rect">
            <a:avLst/>
          </a:prstGeom>
          <a:solidFill>
            <a:srgbClr val="F2C6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16151" y="5916168"/>
            <a:ext cx="1408176" cy="22097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b="1" sz="1200">
                <a:solidFill>
                  <a:srgbClr val="F2C686"/>
                </a:solidFill>
                <a:latin typeface="Consolas"/>
              </a:defRPr>
            </a:pPr>
            <a:r>
              <a:t>REMEMBER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25496" y="5907024"/>
            <a:ext cx="864108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Saved profiles contain real credentials. Verify paths on another computer.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" y="612648"/>
            <a:ext cx="10469880" cy="49072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540"/>
              </a:lnSpc>
              <a:spcBef>
                <a:spcPts val="0"/>
              </a:spcBef>
              <a:spcAft>
                <a:spcPts val="0"/>
              </a:spcAft>
              <a:defRPr b="1" sz="3000">
                <a:solidFill>
                  <a:srgbClr val="EFF5F7"/>
                </a:solidFill>
                <a:latin typeface="Segoe UI"/>
              </a:defRPr>
            </a:pPr>
            <a:r>
              <a:t>Hand over the profile and keep the evidence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0704" y="1170432"/>
            <a:ext cx="105613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B2C2CC"/>
                </a:solidFill>
                <a:latin typeface="Segoe UI"/>
              </a:defRPr>
            </a:pPr>
            <a:r>
              <a:t>Record these details in doc/operator_walkthrough.md, inside the DDRCV folder.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63740" y="4160520"/>
            <a:ext cx="4503420" cy="5506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Keep screenshot copies and the saved</a:t>
            </a:r>
          </a:p>
          <a:p>
            <a:pPr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b="0" sz="1700">
                <a:solidFill>
                  <a:srgbClr val="EFF5F7"/>
                </a:solidFill>
                <a:latin typeface="Segoe UI"/>
              </a:defRPr>
            </a:pPr>
            <a:r>
              <a:t>originals/history.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" y="5020056"/>
            <a:ext cx="1463040" cy="19100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b="1" sz="1000">
                <a:solidFill>
                  <a:srgbClr val="70DEEB"/>
                </a:solidFill>
                <a:latin typeface="Consolas"/>
              </a:defRPr>
            </a:pPr>
            <a:r>
              <a:t>IN DDRCV FOLDER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98063" y="4992624"/>
            <a:ext cx="8732520" cy="28092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b="0" sz="1600">
                <a:solidFill>
                  <a:srgbClr val="EFF5F7"/>
                </a:solidFill>
                <a:latin typeface="Segoe UI"/>
              </a:defRPr>
            </a:pPr>
            <a:r>
              <a:t>screenshots/ = copies; .workbench/results/ = originals + delivery history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DDRCV operator guide — Control room</dc:title>
  <dc:subject/>
  <dc:creator>DDRCV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